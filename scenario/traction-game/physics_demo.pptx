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file:///Users/flm/Documents/flmcode/game/index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00"/>
                </a:solidFill>
              </a:defRPr>
            </a:pPr>
            <a:r>
              <a:t>🚗 越野车物理教学模拟</a:t>
            </a:r>
          </a:p>
          <a:p>
            <a:pPr algn="ctr">
              <a:defRPr sz="2800">
                <a:solidFill>
                  <a:srgbClr val="00FFFF"/>
                </a:solidFill>
              </a:defRPr>
            </a:pPr>
            <a:r>
              <a:t>功率、速度与牵引力的关系  P = F · v</a:t>
            </a:r>
          </a:p>
          <a:p>
            <a:pPr>
              <a:defRPr sz="1600"/>
            </a:pPr>
          </a:p>
          <a:p>
            <a:pPr algn="ctr">
              <a:defRPr sz="2200">
                <a:solidFill>
                  <a:srgbClr val="F5A623"/>
                </a:solidFill>
              </a:defRPr>
            </a:pPr>
            <a:r>
              <a:t>金渐层司机带你学物理 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00"/>
                </a:solidFill>
              </a:defRPr>
            </a:pPr>
            <a:r>
              <a:t>📚 三个教学场景</a:t>
            </a:r>
          </a:p>
          <a:p/>
          <a:p>
            <a:pPr>
              <a:defRPr sz="2400" b="1">
                <a:solidFill>
                  <a:srgbClr val="E74C3C"/>
                </a:solidFill>
              </a:defRPr>
            </a:pPr>
            <a:r>
              <a:t>场景一：P 一定，F 与 v 成反比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恒功率行驶，上坡时 v↓ → F=P/v ↑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教学点：换低速挡减小速度，获得更大牵引力爬坡</a:t>
            </a:r>
          </a:p>
          <a:p/>
          <a:p>
            <a:pPr>
              <a:defRPr sz="2400" b="1">
                <a:solidFill>
                  <a:srgbClr val="2ECC71"/>
                </a:solidFill>
              </a:defRPr>
            </a:pPr>
            <a:r>
              <a:t>场景二：v 一定，F 与 P 成正比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保持速度不变，上坡时阻力增大 → F↑ → P=Fv ↑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教学点：保持速度需加大油门增大功率</a:t>
            </a:r>
          </a:p>
          <a:p/>
          <a:p>
            <a:pPr>
              <a:defRPr sz="2400" b="1">
                <a:solidFill>
                  <a:srgbClr val="3498DB"/>
                </a:solidFill>
              </a:defRPr>
            </a:pPr>
            <a:r>
              <a:t>场景三：F 一定，v 与 P 成正比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恒牵引力行驶，加大功率 → v=P/F ↑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教学点：高速路上加大油门提高速度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00"/>
                </a:solidFill>
              </a:defRPr>
            </a:pPr>
            <a:r>
              <a:t>▶ 点击下方启动模拟器</a:t>
            </a:r>
          </a:p>
          <a:p/>
          <a:p>
            <a:pPr algn="ctr"/>
            <a:r>
              <a:rPr sz="2800" b="1">
                <a:solidFill>
                  <a:srgbClr val="00FFFF"/>
                </a:solidFill>
                <a:hlinkClick r:id="rId2"/>
              </a:rPr>
              <a:t>🚀 启动越野车物理模拟</a:t>
            </a:r>
          </a:p>
          <a:p/>
          <a:p>
            <a:pPr algn="ctr">
              <a:defRPr sz="1600">
                <a:solidFill>
                  <a:srgbClr val="888888"/>
                </a:solidFill>
              </a:defRPr>
            </a:pPr>
            <a:r>
              <a:t>（演示时点击链接，在浏览器中打开交互模拟）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